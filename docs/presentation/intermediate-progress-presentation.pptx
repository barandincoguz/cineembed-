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>
                <a:solidFill>
                  <a:srgbClr val="FFFFFF"/>
                </a:solidFill>
                <a:latin typeface="Calibri Light"/>
              </a:rPr>
              <a:t>CineEmbed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Multi-Modal Unsupervised Embedding of 329,044 Films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000">
                <a:solidFill>
                  <a:srgbClr val="2563EB"/>
                </a:solidFill>
                <a:latin typeface="Calibri"/>
              </a:rPr>
              <a:t>Intermediate Progress Report  · 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200">
                <a:solidFill>
                  <a:srgbClr val="1E293B"/>
                </a:solidFill>
                <a:latin typeface="Calibri"/>
              </a:rPr>
              <a:t>Ahmet Baran Dincoguz   ·   Arda Arvas   ·   Bertan Kaan Kaya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6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  <a:latin typeface="Calibri"/>
              </a:rPr>
              <a:t>SENG 474 — Deep Learning · Spring 2026 · TED University · 2026-05-06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563EB"/>
                </a:solidFill>
                <a:latin typeface="Calibri"/>
              </a:rPr>
              <a:t>github.com/barandincoguz/CineEmbed-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Project Status: 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Modeling MVP delivered. Hypotheses H1, H2, H3 all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6400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Six runs trained, evaluated against 3 orthogonal label axes (genre · decade · language).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Best deep model dec_z64_k21 reaches genre_NMI = 0.332, +205 % over best non-deep baseline.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Bonus finding: films with missing release date form a coherent latent sub-manifold.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Final-report scope (VAE family, k-sweep, F1/F2 ablations) defined and on schedule.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4937760" cy="2377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0" b="0">
                <a:solidFill>
                  <a:srgbClr val="C2410C"/>
                </a:solidFill>
                <a:latin typeface="Calibri Light"/>
              </a:rPr>
              <a:t>+205 %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48056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Calibri"/>
              </a:rPr>
              <a:t>DEC genre_NMI vs KMeans on raw features (0.332 vs 0.109)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Project Goal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What we set out to do, on what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Train unsupervised 64-dim representations of movie metadata.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329,044 films from TMDB + awards records + Wikipedia director bios.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564-dim feature matrix organized into 7 modality blocks.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Recover 3 orthogonal label axes without labels: genre, decade, language.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Evaluate via KMeans clustering of the latent → NMI / ARI.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508760"/>
          <a:ext cx="4297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Dim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popularity, runtime, votes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genre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21-way one-hot + flag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top-30 langs (~99% zero)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decade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decade_norm + flag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awards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Oscar/BAFTA/Cannes 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384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MiniLM-L6-v2 embeddings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director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bio_pca_64 + lang/country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Schedule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Three phases complete. Final-report phase ahead.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4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772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Feature matrix v1.2 frozen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Multi-modal architecture finalized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Apr 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Six runs trained and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May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Pre-registered hypotheses tested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May 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UMAP latent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May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Intermediate progress report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May 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VAE family training (z = 32 / 64 / 128)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F1 / F2 modality ablations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DEC k-sweep (9-cell grid)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Final report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Work Completed: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564-dim feature matrix, 7 modality blocks, frozen v1.2.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Three sources merged: TMDB, awards records, Wikipedia director bios.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Sparse modalities preserved as one-hot (interpretable).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Missing release date encoded as binary flag — turned out to be structurally relevant (slide 10).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Director-bio reconstruction loss masked by has_director_bio flag (G2 masking).</a:t>
            </a:r>
          </a:p>
        </p:txBody>
      </p:sp>
      <p:pic>
        <p:nvPicPr>
          <p:cNvPr id="8" name="Picture 7" descr="multilingual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74519"/>
            <a:ext cx="4754880" cy="18535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58521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  <a:latin typeface="Calibri"/>
              </a:rPr>
              <a:t>Multilingual coverage — long tail motivates sparsity-aware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Work Completed: Architecture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Multi-modal backbone, W2 inverse-variance loss, G2 bio masking, DEC 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pic>
        <p:nvPicPr>
          <p:cNvPr id="7" name="Picture 6" descr="architecture_multi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772400" cy="33310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0" y="2057400"/>
            <a:ext cx="3200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7 modality projections → concat (164-dim) → backbone → z=64.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W2: per-block inverse-variance weighting (clipped to [0.1, 10]).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G2: mask bio reconstruction loss by has_director_bio.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DEC head: Student-t soft assignment, k=21, γ=0.1 on KL.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Work Completed: Modeling MVP — Six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Three tiers, six metrics, four different column winners.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5740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gNMI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gARI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dNMI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dARI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lNMI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lARI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kmeans_raw_k21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pca_kmeans_k21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0.224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vanilla_ae_z64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ae_z64_w1 (W1 ablation)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0.165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0.367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ae_z64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dec_z64_k21 (BEST)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0.332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0.244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0.342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0.210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0.294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  <a:latin typeface="Calibri"/>
              </a:rPr>
              <a:t>z = 64, KMeans k = 21. No model wins all six metrics — the principled-trade-off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Headline Result — H2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Best deep model vs best non-deep baseline on genre_NMI.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7295" cy="2377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0" b="0">
                <a:solidFill>
                  <a:srgbClr val="C2410C"/>
                </a:solidFill>
                <a:latin typeface="Calibri Light"/>
              </a:rPr>
              <a:t>+205 %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Calibri"/>
              </a:rPr>
              <a:t>dec_z64_k21: 0.332     vs     kmeans_raw_k21: 0.109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36576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>
                <a:solidFill>
                  <a:srgbClr val="C2410C"/>
                </a:solidFill>
                <a:latin typeface="Calibri Light"/>
              </a:rPr>
              <a:t>+295 %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36576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Calibri"/>
              </a:rPr>
              <a:t>DEC vs PCA-KMeans (gNMI)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029200"/>
            <a:ext cx="36576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>
                <a:solidFill>
                  <a:srgbClr val="C2410C"/>
                </a:solidFill>
                <a:latin typeface="Calibri Light"/>
              </a:rPr>
              <a:t>+287 %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715000"/>
            <a:ext cx="36576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Calibri"/>
              </a:rPr>
              <a:t>DEC vs raw-KMeans (gARI)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5029200"/>
            <a:ext cx="36576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>
                <a:solidFill>
                  <a:srgbClr val="C2410C"/>
                </a:solidFill>
                <a:latin typeface="Calibri Light"/>
              </a:rPr>
              <a:t>+213 %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5715000"/>
            <a:ext cx="36576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Calibri"/>
              </a:rPr>
              <a:t>DEC vs PCA-KMeans (lNMI)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Latent Topology Evolves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vanilla → multi-modal → DEC: blobs → islands → tight islands.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9 / 12</a:t>
            </a:r>
          </a:p>
        </p:txBody>
      </p:sp>
      <p:pic>
        <p:nvPicPr>
          <p:cNvPr id="6" name="Picture 5" descr="umap_comparison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29877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  <a:latin typeface="Calibri"/>
              </a:rPr>
              <a:t>UMAP, 15K subsample, cosine metric. Same projection settings; only the underlying 64-dim latent differs.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Bonus Finding — Missing-Data Manifold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Films with no release date form a coherent latent sub-manifold.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10 / 12</a:t>
            </a:r>
          </a:p>
        </p:txBody>
      </p:sp>
      <p:pic>
        <p:nvPicPr>
          <p:cNvPr id="6" name="Picture 5" descr="umap_dec_z64_k21_de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53069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78308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~7.4 % of films have no release date (decade_bin = 0).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These films form an isolated red cluster (upper-right) across all 4 deep architectures.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DEC compresses them into the cleanest partition.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Not predicted by H1–H3 — post-hoc interpretability win.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Practical use: latent-space queries naturally cluster missing-metadata films for triage.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Plan to the Final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Deferred experiments with target completion windows.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11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Why deferred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VAE family (z = 32 / 64 / 128)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Probabilistic head not yet trained.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2026-06-05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AE z-dim sweep (z = 32, 128)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MVP fixed z = 64.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2026-06-05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F1 ablation (no 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Quantify text-block contribution.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2026-06-08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F2 ablation (no director profile)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Quantify director-block contribution.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2026-06-08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DEC k-sweep (9-cell z×k grid)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MVP runs only z=64 × k=21.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2026-06-10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W4 (Kendall learned uncertainty)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Stretch loss; learnable per-block weights.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2026-06-12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Linear probing on frozen latents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Held-out classifier evaluation per axis.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2026-06-12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5-seed confidence intervals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MVP single-seed → CIs needed.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2026-06-14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Reproducibility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Single deterministic run script.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2026-06-15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4748B"/>
                </a:solidFill>
                <a:latin typeface="Calibri"/>
              </a:rPr>
              <a:t>Final report submission target: 2026-06-16.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>
                <a:solidFill>
                  <a:srgbClr val="C2410C"/>
                </a:solidFill>
                <a:latin typeface="Calibri Light"/>
              </a:rPr>
              <a:t>Status Summary  ·  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Calibri"/>
              </a:rPr>
              <a:t>All three pre-registered hypotheses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Calibri"/>
              </a:rPr>
              <a:t>SENG 474  ·  CineEmbed  ·  Slide 12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Statement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DEC genre_NMI &gt; AE genre_NMI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0.332 &gt; 0.328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H2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Best-deep ≥ 1.10 × best-non-deep on genre_NMI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+205 %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Best-deep genre_NMI &gt; 0.15 absolute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0.332 ≫ 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C2410C"/>
                </a:solidFill>
                <a:latin typeface="Calibri Light"/>
              </a:rPr>
              <a:t>Best model: dec_z64_k21  —  genre_NMI = 0.332,  lang_NMI = 0.294,  decade_NMI = 0.342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64748B"/>
                </a:solidFill>
                <a:latin typeface="Calibri"/>
              </a:rPr>
              <a:t>github.com/barandincoguz/CineEmbed-     ·     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