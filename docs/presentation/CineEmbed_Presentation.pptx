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CineEmbed — Intermediate Report Presentation
  SENG 474, Spring 2026, TED University
  Authors: Baran Dinçoğuz, Arda Arvas, Kaan Kaya
  Render to PDF:  marp PRESENTATION.md --pdf  --allow-local-files
  Render to PPTX: marp PRESENTATION.md --pptx --allow-local-files
  Render to HTML: marp PRESENTATION.md --html --allow-local-files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- 90-second hook: heterogeneous movie metadata (TMDB + awards + Wikipedia bios) → 329K films, 564-dim feature matrix.
- Goal: learn 64-dim representations that recover three orthogonal label axes (genre, decade, language) without labels.
- Headline result: deep pipeline beats KMeans-on-raw by +205% on genre_NMI. All three pre-registered hypotheses pass.
- This is the modeling MVP closing the intermediate report; full study (VAE, k-sweep, ablations) reserved for the final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Heterogeneity is the central challenge. Numerical, one-hot, sentence embeddings, awards counts — all in one matrix.
- Show genre distribution figure: "Drama and Comedy dominate; documentary subgenres are the long tail."
- The hard question: can deep representation learning produce a 64-dim space where Euclidean distance is meaningful across modalities? That's what we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Justify the three-axis decision: a genre-only benchmark would have hidden our biggest architectural win (language) and our biggest regression (decade).
- KMeans k=21 matches genre cardinality; we acknowledge in the report that NMI is partition-cardinality-aware so the comparison across axes is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Three input sources: TMDB, awards records, Wikipedia bios.
- The text block is 68% of the input dimensionality but variance per dim is small — this is exactly why W2 inverse-variance weighting matters.
- G2 masking: 96.8% of films have no bio, so we mask the bio_pca_64 reconstruction loss to avoid training the AE to predict zeros from zeros.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Tier 1 vs Tier 2 isolates "deep vs not deep". Tier 2 vs Tier 3 isolates "modality projection vs not". Within Tier 3, W2 vs W1 isolates "inverse-variance weighting vs uniform". DEC vs AE isolates "explicit clustering vs not".
- Six models, four ablations, every comparison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Modality projection sizes: text→64 (largest), numerical/genre/language/awards→16, director→32, decade→4. Total 164 dim concat.
- W2 weight clipping [0.1, 10.0] is a peer-review fix (D9) — prevents the language block from dominating early training before the encoder has learned anything.
- DEC P target computed batch-wise (D10), 10× speedup over full-dataset, no quality regression.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Don't read the whole table — point at it. The audience reads numbers faster than you can speak them.
- Key narration: "Notice that no single model wins all six metrics. Vanilla wins decade and genre_ARI; multi-modal wins decade_ARI; DEC wins three. That's the principled trade-off."
- All three pre-registered hypotheses (H1, H2, H3) pass — covered on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This is the single number to memorize: +205% on genre_NMI.
- Why so dramatic: KMeans on raw 564-dim treats "0.5 difference in log_popularity" and "0.5 difference in is_action" as equivalent distances. They aren't. Deep representation learning learns a space where Euclidean distance is meaningful across modalities. That's the gap classical methods cannot close.
- H2's threshold was +10% relative — we're at +205%. Spec was conservative; the gap was bigger than predicted.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The +178% language win is the architectural contribution proving its value.
- The −7.6% decade regression is what you should flag honestly — a single-axis benchmark would either falsely report uniform improvement (if it picked language) or hide the language win (if it picked decade).
- Implication for downstream: a recommender that cares about content+language similarity should use multi-modal latents. A recommender that only cares about era can do nearly as well with vanilla.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W1 is *not* a foolish baseline — it's a controlled ablation. Same architecture, same training schedule. Only the loss weighting differs.
- The fact that decade survives W1 collapse is itself diagnostic — it shows the failure mode is dimension-asymmetric, not a global broken-training event.
- Patience exhaustion at epoch 37 is a model-health signal, not a hyperparameter incident.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DEC's contribution is *cluster compactness*, not new structural information. The KL self-training tightens what AE has already discovered; it doesn't generate new latent variables.
- The diagnostic signature is "ARI gains more than NMI" — information content stays roughly fixed, but partition crispness improves.
- This 3-panel comparison figure is, for our money, the single most informative figure in the entire study. Modality projection creates structural diversity (panel 2), KL pressure sharpens it (panel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Frame this slide as bonus content: "While we were doing UMAP analysis for the report, we noticed something we hadn't predicted."
- The cluster is visible in vanilla and multi-modal too, but DEC's KL pressure makes it most explicit.
- The interpretability angle: representation learning surfaces structure the modeler didn't engineer for. That's the dividend.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Close on "all three hypotheses passed, plus a bonus" — high-confidence positive landing.
- Explicitly enumerate what's deferred so the audience knows the intermediate report is honest about scope, not pretending to be the full study.
- Best model is dec_z64_k21 — single number to remember from the talk: +205%.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CineEmbed</dc:title>
  <dc:subject>PptxGenJS Presentation</dc:subject>
  <dc:creator>Created by Marp</dc:creator>
  <cp:lastModifiedBy>Created by Marp</cp:lastModifiedBy>
  <cp:revision>1</cp:revision>
  <dcterms:created xsi:type="dcterms:W3CDTF">2026-05-06T07:39:32Z</dcterms:created>
  <dcterms:modified xsi:type="dcterms:W3CDTF">2026-05-06T07:39:32Z</dcterms:modified>
</cp:coreProperties>
</file>